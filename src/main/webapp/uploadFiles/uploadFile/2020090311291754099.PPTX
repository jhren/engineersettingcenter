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5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6" autoAdjust="0"/>
    <p:restoredTop sz="94533" autoAdjust="0"/>
  </p:normalViewPr>
  <p:slideViewPr>
    <p:cSldViewPr snapToGrid="0">
      <p:cViewPr varScale="1">
        <p:scale>
          <a:sx n="116" d="100"/>
          <a:sy n="116" d="100"/>
        </p:scale>
        <p:origin x="306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172E7-52C8-4A38-AD66-1727BE19C44F}" type="datetimeFigureOut">
              <a:rPr lang="en-US" smtClean="0"/>
              <a:t>8/19/2020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CE177-6849-47F0-A693-8B691F228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67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.png"/><Relationship Id="rId3" Type="http://schemas.openxmlformats.org/officeDocument/2006/relationships/hyperlink" Target="https://www.linkedin.com/company/7135/" TargetMode="External"/><Relationship Id="rId7" Type="http://schemas.openxmlformats.org/officeDocument/2006/relationships/hyperlink" Target="https://www.facebook.com/AmkorTechnology/" TargetMode="External"/><Relationship Id="rId12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hyperlink" Target="https://www.youtube.com/user/AmkorTechnology" TargetMode="External"/><Relationship Id="rId5" Type="http://schemas.openxmlformats.org/officeDocument/2006/relationships/hyperlink" Target="https://twitter.com/AmkorTechnology" TargetMode="Externa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hyperlink" Target="https://amkor.com/amkor-wechat/" TargetMode="Externa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.png"/><Relationship Id="rId3" Type="http://schemas.openxmlformats.org/officeDocument/2006/relationships/hyperlink" Target="https://www.linkedin.com/company/7135/" TargetMode="External"/><Relationship Id="rId7" Type="http://schemas.openxmlformats.org/officeDocument/2006/relationships/hyperlink" Target="https://www.facebook.com/AmkorTechnology/" TargetMode="External"/><Relationship Id="rId12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hyperlink" Target="https://www.youtube.com/user/AmkorTechnology" TargetMode="External"/><Relationship Id="rId5" Type="http://schemas.openxmlformats.org/officeDocument/2006/relationships/hyperlink" Target="https://twitter.com/AmkorTechnology" TargetMode="Externa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hyperlink" Target="https://amkor.com/amkor-wechat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777" y="0"/>
            <a:ext cx="12220047" cy="6876288"/>
          </a:xfrm>
          <a:prstGeom prst="rect">
            <a:avLst/>
          </a:prstGeom>
        </p:spPr>
      </p:pic>
      <p:pic>
        <p:nvPicPr>
          <p:cNvPr id="13" name="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225" y="700839"/>
            <a:ext cx="3811185" cy="1408983"/>
          </a:xfrm>
          <a:prstGeom prst="rect">
            <a:avLst/>
          </a:prstGeom>
        </p:spPr>
      </p:pic>
      <p:sp>
        <p:nvSpPr>
          <p:cNvPr id="16" name="Footer Placeholder 4"/>
          <p:cNvSpPr txBox="1"/>
          <p:nvPr/>
        </p:nvSpPr>
        <p:spPr>
          <a:xfrm>
            <a:off x="9196253" y="6458963"/>
            <a:ext cx="244370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5"/>
          <p:cNvSpPr txBox="1"/>
          <p:nvPr/>
        </p:nvSpPr>
        <p:spPr>
          <a:xfrm>
            <a:off x="11316559" y="6458963"/>
            <a:ext cx="65314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935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‹#›</a:t>
            </a:fld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Lin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777" y="0"/>
            <a:ext cx="12220047" cy="6876288"/>
          </a:xfrm>
          <a:prstGeom prst="rect">
            <a:avLst/>
          </a:prstGeom>
        </p:spPr>
      </p:pic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15045" y="4885651"/>
            <a:ext cx="7010400" cy="1291461"/>
          </a:xfrm>
        </p:spPr>
        <p:txBody>
          <a:bodyPr lIns="137160">
            <a:normAutofit/>
          </a:bodyPr>
          <a:lstStyle>
            <a:lvl1pPr marL="0" indent="0" algn="r">
              <a:buNone/>
              <a:defRPr sz="2135" b="0" i="0">
                <a:solidFill>
                  <a:schemeClr val="bg1"/>
                </a:solidFill>
                <a:effectLst/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 l  Presenter Title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4515045" y="1955685"/>
            <a:ext cx="7010400" cy="1470025"/>
          </a:xfrm>
        </p:spPr>
        <p:txBody>
          <a:bodyPr lIns="137160">
            <a:normAutofit/>
          </a:bodyPr>
          <a:lstStyle>
            <a:lvl1pPr algn="r">
              <a:defRPr sz="4800" b="0" i="0">
                <a:solidFill>
                  <a:schemeClr val="bg1"/>
                </a:solidFill>
                <a:effectLst/>
                <a:latin typeface="+mj-lt"/>
                <a:ea typeface="Open Sans Light" panose="020B03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Footer Placeholder 4"/>
          <p:cNvSpPr txBox="1"/>
          <p:nvPr/>
        </p:nvSpPr>
        <p:spPr>
          <a:xfrm>
            <a:off x="9257213" y="6458963"/>
            <a:ext cx="238274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5"/>
          <p:cNvSpPr txBox="1"/>
          <p:nvPr/>
        </p:nvSpPr>
        <p:spPr>
          <a:xfrm>
            <a:off x="11316559" y="6458963"/>
            <a:ext cx="65314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935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‹#›</a:t>
            </a:fld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435" y="586394"/>
            <a:ext cx="2142843" cy="7922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Amko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51"/>
          </a:xfrm>
          <a:prstGeom prst="rect">
            <a:avLst/>
          </a:prstGeom>
        </p:spPr>
      </p:pic>
      <p:sp>
        <p:nvSpPr>
          <p:cNvPr id="14" name="Footer Placeholder 4"/>
          <p:cNvSpPr txBox="1"/>
          <p:nvPr/>
        </p:nvSpPr>
        <p:spPr>
          <a:xfrm>
            <a:off x="9370423" y="6458963"/>
            <a:ext cx="2269532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5"/>
          <p:cNvSpPr txBox="1"/>
          <p:nvPr/>
        </p:nvSpPr>
        <p:spPr>
          <a:xfrm>
            <a:off x="11316559" y="6458963"/>
            <a:ext cx="65314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935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‹#›</a:t>
            </a:fld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225" y="700839"/>
            <a:ext cx="3811185" cy="14089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Slide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5"/>
            <a:ext cx="12192000" cy="6851651"/>
          </a:xfrm>
          <a:prstGeom prst="rect">
            <a:avLst/>
          </a:prstGeom>
        </p:spPr>
      </p:pic>
      <p:pic>
        <p:nvPicPr>
          <p:cNvPr id="9" name="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1" y="5704209"/>
            <a:ext cx="2142843" cy="792201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21103" y="3963447"/>
            <a:ext cx="7010400" cy="1291461"/>
          </a:xfrm>
        </p:spPr>
        <p:txBody>
          <a:bodyPr lIns="137160">
            <a:normAutofit/>
          </a:bodyPr>
          <a:lstStyle>
            <a:lvl1pPr marL="0" indent="0" algn="r">
              <a:buNone/>
              <a:defRPr sz="2135" b="0" i="0">
                <a:solidFill>
                  <a:schemeClr val="bg1"/>
                </a:solidFill>
                <a:effectLst/>
                <a:latin typeface="+mn-lt"/>
                <a:ea typeface="Open Sans Light" panose="020B0306030504020204" pitchFamily="34" charset="0"/>
                <a:cs typeface="Arial" panose="020B0604020202020204" pitchFamily="34" charset="0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  l  Presenter Title</a:t>
            </a:r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521103" y="871054"/>
            <a:ext cx="7010400" cy="1470025"/>
          </a:xfrm>
        </p:spPr>
        <p:txBody>
          <a:bodyPr lIns="137160">
            <a:normAutofit/>
          </a:bodyPr>
          <a:lstStyle>
            <a:lvl1pPr algn="r">
              <a:defRPr sz="4800" b="0" i="0">
                <a:solidFill>
                  <a:schemeClr val="bg1"/>
                </a:solidFill>
                <a:effectLst/>
                <a:latin typeface="+mj-lt"/>
                <a:ea typeface="Open Sans Light" panose="020B03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Footer Placeholder 4"/>
          <p:cNvSpPr txBox="1"/>
          <p:nvPr/>
        </p:nvSpPr>
        <p:spPr>
          <a:xfrm>
            <a:off x="9422675" y="6458963"/>
            <a:ext cx="2217280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5"/>
          <p:cNvSpPr txBox="1"/>
          <p:nvPr/>
        </p:nvSpPr>
        <p:spPr>
          <a:xfrm>
            <a:off x="11316559" y="6458963"/>
            <a:ext cx="65314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935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‹#›</a:t>
            </a:fld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49382"/>
            <a:ext cx="12192000" cy="6132945"/>
          </a:xfrm>
          <a:prstGeom prst="rect">
            <a:avLst/>
          </a:prstGeom>
        </p:spPr>
      </p:pic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63595" y="339579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 or outline title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67447" y="1608847"/>
            <a:ext cx="1102156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64824" y="1298287"/>
            <a:ext cx="11021568" cy="66355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665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3200"/>
            </a:lvl2pPr>
            <a:lvl3pPr marL="0" indent="0">
              <a:spcBef>
                <a:spcPts val="0"/>
              </a:spcBef>
              <a:buNone/>
              <a:defRPr sz="3200"/>
            </a:lvl3pPr>
            <a:lvl4pPr marL="0" indent="0">
              <a:spcBef>
                <a:spcPts val="0"/>
              </a:spcBef>
              <a:buNone/>
              <a:defRPr sz="3200"/>
            </a:lvl4pPr>
            <a:lvl5pPr marL="0" indent="0">
              <a:spcBef>
                <a:spcPts val="0"/>
              </a:spcBef>
              <a:buNone/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72241" y="1920401"/>
            <a:ext cx="11021568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 Content Lef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6427594" y="1676718"/>
            <a:ext cx="5157569" cy="4435540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563595" y="1608488"/>
            <a:ext cx="56083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 Content Righ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563596" y="1676718"/>
            <a:ext cx="5157569" cy="4435540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5974945" y="1608488"/>
            <a:ext cx="56083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247508"/>
            <a:ext cx="12201168" cy="6136493"/>
            <a:chOff x="0" y="185631"/>
            <a:chExt cx="9150876" cy="4602370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0" y="194401"/>
              <a:ext cx="9144000" cy="459360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0" y="185631"/>
              <a:ext cx="9150876" cy="4602370"/>
            </a:xfrm>
            <a:prstGeom prst="rect">
              <a:avLst/>
            </a:prstGeom>
            <a:gradFill>
              <a:gsLst>
                <a:gs pos="35000">
                  <a:schemeClr val="bg1">
                    <a:alpha val="0"/>
                  </a:schemeClr>
                </a:gs>
                <a:gs pos="0">
                  <a:schemeClr val="accent1">
                    <a:alpha val="60000"/>
                  </a:schemeClr>
                </a:gs>
                <a:gs pos="50000">
                  <a:schemeClr val="bg1">
                    <a:alpha val="0"/>
                  </a:schemeClr>
                </a:gs>
                <a:gs pos="65000">
                  <a:schemeClr val="bg1">
                    <a:alpha val="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80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pPr algn="ctr"/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1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Presenter Name and Title"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47508"/>
            <a:ext cx="12201168" cy="6136493"/>
            <a:chOff x="0" y="185631"/>
            <a:chExt cx="9150876" cy="4602370"/>
          </a:xfrm>
        </p:grpSpPr>
        <p:pic>
          <p:nvPicPr>
            <p:cNvPr id="9" name="Picture 8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0" y="194401"/>
              <a:ext cx="9144000" cy="459360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0" y="185631"/>
              <a:ext cx="9150876" cy="4602370"/>
            </a:xfrm>
            <a:prstGeom prst="rect">
              <a:avLst/>
            </a:prstGeom>
            <a:gradFill>
              <a:gsLst>
                <a:gs pos="35000">
                  <a:schemeClr val="bg1">
                    <a:alpha val="0"/>
                  </a:schemeClr>
                </a:gs>
                <a:gs pos="0">
                  <a:schemeClr val="accent1">
                    <a:alpha val="60000"/>
                  </a:schemeClr>
                </a:gs>
                <a:gs pos="50000">
                  <a:schemeClr val="bg1">
                    <a:alpha val="0"/>
                  </a:schemeClr>
                </a:gs>
                <a:gs pos="65000">
                  <a:schemeClr val="bg1">
                    <a:alpha val="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180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rmAutofit/>
            </a:bodyPr>
            <a:lstStyle/>
            <a:p>
              <a:pPr algn="ctr"/>
              <a:endParaRPr 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1 (with Presenter Name and Title)</a:t>
            </a:r>
          </a:p>
        </p:txBody>
      </p:sp>
      <p:sp>
        <p:nvSpPr>
          <p:cNvPr id="6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146"/>
            <a:ext cx="12192000" cy="61298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2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146"/>
            <a:ext cx="12192000" cy="61298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2 (with Presenter Name and Title)</a:t>
            </a:r>
          </a:p>
        </p:txBody>
      </p:sp>
      <p:sp>
        <p:nvSpPr>
          <p:cNvPr id="8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electronics, circuit&#10;&#10;Description automatically generated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0" y="240490"/>
            <a:ext cx="12192000" cy="61294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3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electronics, circuit&#10;&#10;Description automatically generated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0" y="240490"/>
            <a:ext cx="12192000" cy="61294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3 (with Presenter Name and Title)</a:t>
            </a:r>
          </a:p>
        </p:txBody>
      </p:sp>
      <p:sp>
        <p:nvSpPr>
          <p:cNvPr id="8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146"/>
            <a:ext cx="12192000" cy="61329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4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146"/>
            <a:ext cx="12192000" cy="61329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4 (with Presenter Name and Title)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walking in the rain&#10;&#10;Description automatically generated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0" y="246137"/>
            <a:ext cx="12192000" cy="612695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5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Header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oup of people walking in the rain&#10;&#10;Description automatically generated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0" y="246137"/>
            <a:ext cx="12192000" cy="61269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5 (with Presenter Name and Title)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135"/>
          <a:stretch>
            <a:fillRect/>
          </a:stretch>
        </p:blipFill>
        <p:spPr>
          <a:xfrm>
            <a:off x="1152" y="249167"/>
            <a:ext cx="12190849" cy="61325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6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ection Head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135"/>
          <a:stretch>
            <a:fillRect/>
          </a:stretch>
        </p:blipFill>
        <p:spPr>
          <a:xfrm>
            <a:off x="1152" y="249167"/>
            <a:ext cx="12190849" cy="61325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6 (with Presenter Name and Title)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ection Header 2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241520"/>
            <a:ext cx="12191999" cy="61447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8"/>
            <a:ext cx="11021568" cy="1839801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7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Section Head with Presenter Name an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" y="241520"/>
            <a:ext cx="12191999" cy="61447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144409"/>
            <a:ext cx="12192000" cy="20060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70357" y="2224047"/>
            <a:ext cx="11021568" cy="1214479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735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Section Slide 7 (with Presenter Name and Title)</a:t>
            </a:r>
          </a:p>
        </p:txBody>
      </p:sp>
      <p:sp>
        <p:nvSpPr>
          <p:cNvPr id="9" name="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70357" y="3338136"/>
            <a:ext cx="11021568" cy="725713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+mj-lt"/>
              </a:defRPr>
            </a:lvl1pPr>
            <a:lvl4pPr marL="1143000" indent="0">
              <a:buNone/>
              <a:defRPr/>
            </a:lvl4pPr>
          </a:lstStyle>
          <a:p>
            <a:pPr lvl="0"/>
            <a:r>
              <a:rPr lang="en-US" dirty="0"/>
              <a:t>Presenter Name  I  Presenter Title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841771" y="1003029"/>
            <a:ext cx="8534400" cy="30540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949006" y="4260261"/>
            <a:ext cx="4427165" cy="1727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741482" y="1000415"/>
            <a:ext cx="5840919" cy="3048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323848" y="4547288"/>
            <a:ext cx="4258552" cy="17272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2pPr>
            <a:lvl3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3pPr>
            <a:lvl4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4pPr>
            <a:lvl5pPr marL="0" indent="0">
              <a:lnSpc>
                <a:spcPct val="120000"/>
              </a:lnSpc>
              <a:spcBef>
                <a:spcPts val="0"/>
              </a:spcBef>
              <a:buNone/>
              <a:defRPr sz="373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sz="quarter" idx="17"/>
          </p:nvPr>
        </p:nvSpPr>
        <p:spPr>
          <a:xfrm>
            <a:off x="1" y="253997"/>
            <a:ext cx="5348817" cy="612038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97155" indent="0">
              <a:buClr>
                <a:schemeClr val="accent1"/>
              </a:buClr>
              <a:buFontTx/>
              <a:buNone/>
              <a:defRPr sz="3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63595" y="1608488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20683" y="1608488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3595" y="1612430"/>
            <a:ext cx="5364480" cy="639763"/>
          </a:xfrm>
        </p:spPr>
        <p:txBody>
          <a:bodyPr anchor="b"/>
          <a:lstStyle>
            <a:lvl1pPr marL="0" indent="0">
              <a:buNone/>
              <a:defRPr sz="2665" b="1">
                <a:solidFill>
                  <a:schemeClr val="accent1"/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0683" y="1612430"/>
            <a:ext cx="5364480" cy="639763"/>
          </a:xfrm>
        </p:spPr>
        <p:txBody>
          <a:bodyPr anchor="b"/>
          <a:lstStyle>
            <a:lvl1pPr marL="0" indent="0">
              <a:buNone/>
              <a:defRPr sz="2665" b="1">
                <a:solidFill>
                  <a:schemeClr val="accent1"/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563595" y="2252192"/>
            <a:ext cx="5364480" cy="3901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220683" y="2252192"/>
            <a:ext cx="5364480" cy="3901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64824" y="1298287"/>
            <a:ext cx="11021568" cy="66355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665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3200"/>
            </a:lvl2pPr>
            <a:lvl3pPr marL="0" indent="0">
              <a:spcBef>
                <a:spcPts val="0"/>
              </a:spcBef>
              <a:buNone/>
              <a:defRPr sz="3200"/>
            </a:lvl3pPr>
            <a:lvl4pPr marL="0" indent="0">
              <a:spcBef>
                <a:spcPts val="0"/>
              </a:spcBef>
              <a:buNone/>
              <a:defRPr sz="3200"/>
            </a:lvl4pPr>
            <a:lvl5pPr marL="0" indent="0">
              <a:spcBef>
                <a:spcPts val="0"/>
              </a:spcBef>
              <a:buNone/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3595" y="1608488"/>
            <a:ext cx="3967333" cy="4572019"/>
          </a:xfrm>
        </p:spPr>
        <p:txBody>
          <a:bodyPr>
            <a:normAutofit/>
          </a:bodyPr>
          <a:lstStyle>
            <a:lvl1pPr marL="0" indent="0">
              <a:buNone/>
              <a:defRPr sz="213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4738451" y="1608488"/>
            <a:ext cx="685190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424768" y="252939"/>
            <a:ext cx="4754880" cy="6120384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63593" y="1608488"/>
            <a:ext cx="65836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6751605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2"/>
          </p:nvPr>
        </p:nvSpPr>
        <p:spPr>
          <a:xfrm>
            <a:off x="563595" y="1864107"/>
            <a:ext cx="6939384" cy="4060761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929125" y="1864106"/>
            <a:ext cx="3653276" cy="406076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395605" indent="0">
              <a:buFontTx/>
              <a:buNone/>
              <a:defRPr/>
            </a:lvl2pPr>
            <a:lvl3pPr marL="776605" indent="0">
              <a:buFontTx/>
              <a:buNone/>
              <a:defRPr/>
            </a:lvl3pPr>
            <a:lvl4pPr marL="1231265" indent="0">
              <a:buFontTx/>
              <a:buNone/>
              <a:defRPr/>
            </a:lvl4pPr>
            <a:lvl5pPr marL="1447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7447" y="1608847"/>
            <a:ext cx="5364480" cy="2754959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32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6216832" y="1608847"/>
            <a:ext cx="5365569" cy="2754959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32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563595" y="4660628"/>
            <a:ext cx="5364480" cy="1524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13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6220683" y="4660628"/>
            <a:ext cx="5364480" cy="1524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13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3595" y="1753508"/>
            <a:ext cx="3377184" cy="2223035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32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4388728" y="1753508"/>
            <a:ext cx="3377184" cy="2223035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32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8213863" y="1753508"/>
            <a:ext cx="3377184" cy="2223035"/>
          </a:xfrm>
          <a:solidFill>
            <a:schemeClr val="bg1">
              <a:lumMod val="95000"/>
            </a:schemeClr>
          </a:solidFill>
          <a:ln w="19050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>
              <a:defRPr sz="32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0"/>
          </p:nvPr>
        </p:nvSpPr>
        <p:spPr>
          <a:xfrm>
            <a:off x="563595" y="4363807"/>
            <a:ext cx="3377184" cy="1828800"/>
          </a:xfrm>
        </p:spPr>
        <p:txBody>
          <a:bodyPr>
            <a:normAutofit/>
          </a:bodyPr>
          <a:lstStyle>
            <a:lvl1pPr marL="0" indent="0">
              <a:buNone/>
              <a:defRPr sz="213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4388728" y="4363805"/>
            <a:ext cx="3377184" cy="1828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13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213863" y="4363805"/>
            <a:ext cx="3377184" cy="1828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13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itioning Statement Horizontal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563593" y="1910944"/>
            <a:ext cx="3377184" cy="4267200"/>
          </a:xfrm>
        </p:spPr>
        <p:txBody>
          <a:bodyPr lIns="0">
            <a:normAutofit/>
          </a:bodyPr>
          <a:lstStyle>
            <a:lvl1pPr marL="121920" indent="-121920">
              <a:buSzPct val="25000"/>
              <a:buFont typeface="Calibri" panose="020F0502020204030204" pitchFamily="34" charset="0"/>
              <a:buChar char=" "/>
              <a:defRPr sz="2135" baseline="0"/>
            </a:lvl1pPr>
            <a:lvl2pPr marL="755650" indent="-36576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▷"/>
              <a:defRPr sz="1865"/>
            </a:lvl2pPr>
            <a:lvl3pPr marL="1147445" indent="-363855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⨠"/>
              <a:defRPr sz="1600"/>
            </a:lvl3pPr>
            <a:lvl4pPr marL="975360" indent="-182880">
              <a:buClr>
                <a:schemeClr val="accent1"/>
              </a:buClr>
              <a:buFont typeface="Arial" panose="020B0604020202020204" pitchFamily="34" charset="0"/>
              <a:buNone/>
              <a:defRPr sz="1600"/>
            </a:lvl4pPr>
            <a:lvl5pPr marL="121920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5pPr>
            <a:lvl6pPr marL="1402080" indent="-182880">
              <a:buClr>
                <a:schemeClr val="accent1"/>
              </a:buClr>
              <a:buFont typeface="Arial" panose="020B0604020202020204" pitchFamily="34" charset="0"/>
              <a:buChar char="•"/>
              <a:defRPr sz="1600"/>
            </a:lvl6pPr>
            <a:lvl7pPr marL="158496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7pPr>
            <a:lvl8pPr marL="1767840" indent="-182880">
              <a:buClr>
                <a:schemeClr val="accent1"/>
              </a:buClr>
              <a:buFont typeface="Arial" panose="020B0604020202020204" pitchFamily="34" charset="0"/>
              <a:buChar char="•"/>
              <a:defRPr sz="1600"/>
            </a:lvl8pPr>
            <a:lvl9pPr marL="195072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388728" y="1910944"/>
            <a:ext cx="3377184" cy="4267200"/>
          </a:xfrm>
        </p:spPr>
        <p:txBody>
          <a:bodyPr lIns="0">
            <a:normAutofit/>
          </a:bodyPr>
          <a:lstStyle>
            <a:lvl1pPr marL="121920" indent="-121920">
              <a:buSzPct val="25000"/>
              <a:buFont typeface="Calibri" panose="020F0502020204030204" pitchFamily="34" charset="0"/>
              <a:buChar char=" "/>
              <a:defRPr sz="2135" baseline="0"/>
            </a:lvl1pPr>
            <a:lvl2pPr marL="770890" indent="-38100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▷"/>
              <a:defRPr lang="en-US" sz="186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41120" indent="-36576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Segoe UI Symbol" panose="020B0502040204020203" pitchFamily="34" charset="0"/>
              <a:buChar char="⨠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75360" indent="-182880">
              <a:buClr>
                <a:schemeClr val="accent1"/>
              </a:buClr>
              <a:buFont typeface="Arial" panose="020B0604020202020204" pitchFamily="34" charset="0"/>
              <a:buNone/>
              <a:defRPr sz="1600"/>
            </a:lvl4pPr>
            <a:lvl5pPr marL="121920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5pPr>
            <a:lvl6pPr marL="1402080" indent="-182880">
              <a:buClr>
                <a:schemeClr val="accent1"/>
              </a:buClr>
              <a:buFont typeface="Arial" panose="020B0604020202020204" pitchFamily="34" charset="0"/>
              <a:buChar char="•"/>
              <a:defRPr sz="1600"/>
            </a:lvl6pPr>
            <a:lvl7pPr marL="158496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7pPr>
            <a:lvl8pPr marL="1767840" indent="-182880">
              <a:buClr>
                <a:schemeClr val="accent1"/>
              </a:buClr>
              <a:buFont typeface="Arial" panose="020B0604020202020204" pitchFamily="34" charset="0"/>
              <a:buChar char="•"/>
              <a:defRPr sz="1600"/>
            </a:lvl8pPr>
            <a:lvl9pPr marL="195072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marL="755650" lvl="1" indent="-365760" algn="l" defTabSz="1219200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</a:pPr>
            <a:r>
              <a:rPr lang="en-US" dirty="0"/>
              <a:t>Second level</a:t>
            </a:r>
          </a:p>
          <a:p>
            <a:pPr marL="1147445" lvl="2" indent="-363855" algn="l" defTabSz="1219200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</a:pPr>
            <a:r>
              <a:rPr lang="en-US" dirty="0"/>
              <a:t>Third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8213863" y="1910944"/>
            <a:ext cx="3377184" cy="4267200"/>
          </a:xfrm>
        </p:spPr>
        <p:txBody>
          <a:bodyPr lIns="0">
            <a:normAutofit/>
          </a:bodyPr>
          <a:lstStyle>
            <a:lvl1pPr marL="121920" indent="-121920">
              <a:buSzPct val="25000"/>
              <a:buFont typeface="Calibri" panose="020F0502020204030204" pitchFamily="34" charset="0"/>
              <a:buChar char=" "/>
              <a:defRPr sz="2135" baseline="0"/>
            </a:lvl1pPr>
            <a:lvl2pPr marL="770890" indent="-381000">
              <a:spcBef>
                <a:spcPts val="4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Segoe UI Symbol" panose="020B0502040204020203" pitchFamily="34" charset="0"/>
              <a:buChar char="▷"/>
              <a:defRPr lang="en-US" sz="1865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41120" indent="-365760">
              <a:spcBef>
                <a:spcPts val="4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Segoe UI Symbol" panose="020B0502040204020203" pitchFamily="34" charset="0"/>
              <a:buChar char="⨠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75360" indent="-182880">
              <a:buClr>
                <a:schemeClr val="accent1"/>
              </a:buClr>
              <a:buFont typeface="Arial" panose="020B0604020202020204" pitchFamily="34" charset="0"/>
              <a:buNone/>
              <a:defRPr sz="1600"/>
            </a:lvl4pPr>
            <a:lvl5pPr marL="121920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5pPr>
            <a:lvl6pPr marL="1402080" indent="-182880">
              <a:buClr>
                <a:schemeClr val="accent1"/>
              </a:buClr>
              <a:buFont typeface="Arial" panose="020B0604020202020204" pitchFamily="34" charset="0"/>
              <a:buChar char="•"/>
              <a:defRPr sz="1600"/>
            </a:lvl6pPr>
            <a:lvl7pPr marL="158496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7pPr>
            <a:lvl8pPr marL="1767840" indent="-182880">
              <a:buClr>
                <a:schemeClr val="accent1"/>
              </a:buClr>
              <a:buFont typeface="Arial" panose="020B0604020202020204" pitchFamily="34" charset="0"/>
              <a:buChar char="•"/>
              <a:defRPr sz="1600"/>
            </a:lvl8pPr>
            <a:lvl9pPr marL="1950720" indent="-182880">
              <a:buClr>
                <a:schemeClr val="tx1"/>
              </a:buClr>
              <a:buFont typeface="Calibri" panose="020F0502020204030204" pitchFamily="34" charset="0"/>
              <a:buChar char="&gt;"/>
              <a:defRPr sz="1600"/>
            </a:lvl9pPr>
          </a:lstStyle>
          <a:p>
            <a:pPr lvl="0"/>
            <a:r>
              <a:rPr lang="en-US" dirty="0"/>
              <a:t>Click to edit text styles</a:t>
            </a:r>
          </a:p>
          <a:p>
            <a:pPr marL="755650" lvl="1" indent="-365760" algn="l" defTabSz="1219200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</a:pPr>
            <a:r>
              <a:rPr lang="en-US" dirty="0"/>
              <a:t>Second level</a:t>
            </a:r>
          </a:p>
          <a:p>
            <a:pPr marL="1147445" lvl="2" indent="-363855" algn="l" defTabSz="1219200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</a:pPr>
            <a:r>
              <a:rPr lang="en-US" dirty="0"/>
              <a:t>Third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64824" y="1324411"/>
            <a:ext cx="11021568" cy="66355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665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3200"/>
            </a:lvl2pPr>
            <a:lvl3pPr marL="0" indent="0">
              <a:spcBef>
                <a:spcPts val="0"/>
              </a:spcBef>
              <a:buNone/>
              <a:defRPr sz="3200"/>
            </a:lvl3pPr>
            <a:lvl4pPr marL="0" indent="0">
              <a:spcBef>
                <a:spcPts val="0"/>
              </a:spcBef>
              <a:buNone/>
              <a:defRPr sz="3200"/>
            </a:lvl4pPr>
            <a:lvl5pPr marL="0" indent="0">
              <a:spcBef>
                <a:spcPts val="0"/>
              </a:spcBef>
              <a:buNone/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"/>
            <a:ext cx="12203436" cy="68579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93161" y="5304932"/>
            <a:ext cx="3910276" cy="1191739"/>
          </a:xfrm>
          <a:prstGeom prst="rect">
            <a:avLst/>
          </a:prstGeom>
          <a:gradFill>
            <a:gsLst>
              <a:gs pos="100000">
                <a:srgbClr val="0A64DC">
                  <a:alpha val="71765"/>
                </a:srgbClr>
              </a:gs>
              <a:gs pos="57146">
                <a:srgbClr val="23B7DC">
                  <a:alpha val="83000"/>
                </a:srgbClr>
              </a:gs>
              <a:gs pos="30000">
                <a:srgbClr val="168DCE">
                  <a:alpha val="67000"/>
                </a:srgbClr>
              </a:gs>
              <a:gs pos="80000">
                <a:srgbClr val="1585D9">
                  <a:alpha val="87843"/>
                </a:srgbClr>
              </a:gs>
              <a:gs pos="54000">
                <a:srgbClr val="25BDDB">
                  <a:alpha val="83000"/>
                </a:srgbClr>
              </a:gs>
              <a:gs pos="0">
                <a:srgbClr val="0045BB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213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79483" y="5546859"/>
            <a:ext cx="290839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1600" b="0" u="none" dirty="0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926725" y="5995253"/>
            <a:ext cx="1861155" cy="327084"/>
            <a:chOff x="6290589" y="4301880"/>
            <a:chExt cx="2295799" cy="403470"/>
          </a:xfrm>
        </p:grpSpPr>
        <p:pic>
          <p:nvPicPr>
            <p:cNvPr id="7" name="Picture 6" descr="A close up of a logo&#10;&#10;Description automatically generated">
              <a:hlinkClick r:id="rId3"/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0589" y="4301880"/>
              <a:ext cx="403470" cy="403470"/>
            </a:xfrm>
            <a:prstGeom prst="rect">
              <a:avLst/>
            </a:prstGeom>
          </p:spPr>
        </p:pic>
        <p:pic>
          <p:nvPicPr>
            <p:cNvPr id="9" name="Picture 8" descr="A close up of a logo&#10;&#10;Description automatically generated">
              <a:hlinkClick r:id="rId5"/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6411" y="4301880"/>
              <a:ext cx="403470" cy="403470"/>
            </a:xfrm>
            <a:prstGeom prst="rect">
              <a:avLst/>
            </a:prstGeom>
          </p:spPr>
        </p:pic>
        <p:pic>
          <p:nvPicPr>
            <p:cNvPr id="10" name="Picture 9">
              <a:hlinkClick r:id="rId7"/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3500" y="4301880"/>
              <a:ext cx="403470" cy="403470"/>
            </a:xfrm>
            <a:prstGeom prst="rect">
              <a:avLst/>
            </a:prstGeom>
          </p:spPr>
        </p:pic>
        <p:pic>
          <p:nvPicPr>
            <p:cNvPr id="11" name="Picture 10">
              <a:hlinkClick r:id="rId9"/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2918" y="4301880"/>
              <a:ext cx="403470" cy="403470"/>
            </a:xfrm>
            <a:prstGeom prst="rect">
              <a:avLst/>
            </a:prstGeom>
          </p:spPr>
        </p:pic>
        <p:pic>
          <p:nvPicPr>
            <p:cNvPr id="12" name="Picture 11">
              <a:hlinkClick r:id="rId11"/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9322" y="4301880"/>
              <a:ext cx="444157" cy="403470"/>
            </a:xfrm>
            <a:prstGeom prst="rect">
              <a:avLst/>
            </a:prstGeom>
          </p:spPr>
        </p:pic>
      </p:grpSp>
      <p:cxnSp>
        <p:nvCxnSpPr>
          <p:cNvPr id="13" name="Straight Connector 12"/>
          <p:cNvCxnSpPr/>
          <p:nvPr/>
        </p:nvCxnSpPr>
        <p:spPr>
          <a:xfrm>
            <a:off x="8156670" y="5900801"/>
            <a:ext cx="4020749" cy="0"/>
          </a:xfrm>
          <a:prstGeom prst="line">
            <a:avLst/>
          </a:prstGeom>
          <a:ln w="9525">
            <a:gradFill>
              <a:gsLst>
                <a:gs pos="100000">
                  <a:schemeClr val="bg1"/>
                </a:gs>
                <a:gs pos="5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/>
          <p:cNvSpPr>
            <a:spLocks noGrp="1"/>
          </p:cNvSpPr>
          <p:nvPr>
            <p:ph type="body" sz="quarter" idx="10"/>
          </p:nvPr>
        </p:nvSpPr>
        <p:spPr>
          <a:xfrm>
            <a:off x="558800" y="2647282"/>
            <a:ext cx="5939411" cy="1839897"/>
          </a:xfrm>
        </p:spPr>
        <p:txBody>
          <a:bodyPr anchor="b">
            <a:normAutofit/>
          </a:bodyPr>
          <a:lstStyle>
            <a:lvl1pPr marL="0" indent="0">
              <a:buNone/>
              <a:defRPr sz="3735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558800" y="4562574"/>
            <a:ext cx="5939411" cy="85558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135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9" name="Logo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13" y="700839"/>
            <a:ext cx="3811185" cy="1408983"/>
          </a:xfrm>
          <a:prstGeom prst="rect">
            <a:avLst/>
          </a:prstGeom>
        </p:spPr>
      </p:pic>
      <p:sp>
        <p:nvSpPr>
          <p:cNvPr id="16" name="Footer Placeholder 4"/>
          <p:cNvSpPr txBox="1"/>
          <p:nvPr/>
        </p:nvSpPr>
        <p:spPr>
          <a:xfrm>
            <a:off x="462185" y="6458963"/>
            <a:ext cx="5663551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- Thank You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" y="1"/>
            <a:ext cx="12203436" cy="68579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93161" y="5304932"/>
            <a:ext cx="3910276" cy="1191739"/>
          </a:xfrm>
          <a:prstGeom prst="rect">
            <a:avLst/>
          </a:prstGeom>
          <a:gradFill>
            <a:gsLst>
              <a:gs pos="100000">
                <a:srgbClr val="0A64DC">
                  <a:alpha val="71765"/>
                </a:srgbClr>
              </a:gs>
              <a:gs pos="57146">
                <a:srgbClr val="23B7DC">
                  <a:alpha val="83000"/>
                </a:srgbClr>
              </a:gs>
              <a:gs pos="30000">
                <a:srgbClr val="168DCE">
                  <a:alpha val="67000"/>
                </a:srgbClr>
              </a:gs>
              <a:gs pos="80000">
                <a:srgbClr val="1585D9">
                  <a:alpha val="87843"/>
                </a:srgbClr>
              </a:gs>
              <a:gs pos="54000">
                <a:srgbClr val="25BDDB">
                  <a:alpha val="83000"/>
                </a:srgbClr>
              </a:gs>
              <a:gs pos="0">
                <a:srgbClr val="0045BB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normAutofit/>
          </a:bodyPr>
          <a:lstStyle/>
          <a:p>
            <a:pPr marL="0" indent="0" algn="l">
              <a:buClr>
                <a:schemeClr val="bg1"/>
              </a:buClr>
              <a:buSzPct val="75000"/>
              <a:buFontTx/>
              <a:buNone/>
            </a:pPr>
            <a:endParaRPr lang="en-US" sz="213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79483" y="5546859"/>
            <a:ext cx="290839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r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1600" b="0" u="none" dirty="0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rPr>
              <a:t>amkor.com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926725" y="5995253"/>
            <a:ext cx="1861155" cy="327084"/>
            <a:chOff x="6290589" y="4301880"/>
            <a:chExt cx="2295799" cy="403470"/>
          </a:xfrm>
        </p:grpSpPr>
        <p:pic>
          <p:nvPicPr>
            <p:cNvPr id="7" name="Picture 6" descr="A close up of a logo&#10;&#10;Description automatically generated">
              <a:hlinkClick r:id="rId3"/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0589" y="4301880"/>
              <a:ext cx="403470" cy="403470"/>
            </a:xfrm>
            <a:prstGeom prst="rect">
              <a:avLst/>
            </a:prstGeom>
          </p:spPr>
        </p:pic>
        <p:pic>
          <p:nvPicPr>
            <p:cNvPr id="9" name="Picture 8" descr="A close up of a logo&#10;&#10;Description automatically generated">
              <a:hlinkClick r:id="rId5"/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6411" y="4301880"/>
              <a:ext cx="403470" cy="403470"/>
            </a:xfrm>
            <a:prstGeom prst="rect">
              <a:avLst/>
            </a:prstGeom>
          </p:spPr>
        </p:pic>
        <p:pic>
          <p:nvPicPr>
            <p:cNvPr id="10" name="Picture 9">
              <a:hlinkClick r:id="rId7"/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3500" y="4301880"/>
              <a:ext cx="403470" cy="403470"/>
            </a:xfrm>
            <a:prstGeom prst="rect">
              <a:avLst/>
            </a:prstGeom>
          </p:spPr>
        </p:pic>
        <p:pic>
          <p:nvPicPr>
            <p:cNvPr id="11" name="Picture 10">
              <a:hlinkClick r:id="rId9"/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2918" y="4301880"/>
              <a:ext cx="403470" cy="403470"/>
            </a:xfrm>
            <a:prstGeom prst="rect">
              <a:avLst/>
            </a:prstGeom>
          </p:spPr>
        </p:pic>
        <p:pic>
          <p:nvPicPr>
            <p:cNvPr id="12" name="Picture 11">
              <a:hlinkClick r:id="rId11"/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9322" y="4301880"/>
              <a:ext cx="444157" cy="403470"/>
            </a:xfrm>
            <a:prstGeom prst="rect">
              <a:avLst/>
            </a:prstGeom>
          </p:spPr>
        </p:pic>
      </p:grpSp>
      <p:cxnSp>
        <p:nvCxnSpPr>
          <p:cNvPr id="13" name="Straight Connector 12"/>
          <p:cNvCxnSpPr/>
          <p:nvPr/>
        </p:nvCxnSpPr>
        <p:spPr>
          <a:xfrm>
            <a:off x="8156670" y="5900801"/>
            <a:ext cx="4020749" cy="0"/>
          </a:xfrm>
          <a:prstGeom prst="line">
            <a:avLst/>
          </a:prstGeom>
          <a:ln w="9525">
            <a:gradFill>
              <a:gsLst>
                <a:gs pos="100000">
                  <a:schemeClr val="bg1"/>
                </a:gs>
                <a:gs pos="50000">
                  <a:schemeClr val="bg1"/>
                </a:gs>
                <a:gs pos="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/>
          <p:cNvSpPr txBox="1"/>
          <p:nvPr/>
        </p:nvSpPr>
        <p:spPr>
          <a:xfrm>
            <a:off x="462185" y="6458963"/>
            <a:ext cx="5663551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Logo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13" y="700839"/>
            <a:ext cx="3811185" cy="14089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3867" y="3629506"/>
            <a:ext cx="597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Clr>
                <a:schemeClr val="accent1"/>
              </a:buClr>
              <a:buSzPct val="75000"/>
              <a:buFont typeface="Segoe UI Symbol" panose="020B0502040204020203" pitchFamily="34" charset="0"/>
              <a:buNone/>
            </a:pPr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generated with very high confidence"/>
          <p:cNvPicPr>
            <a:picLocks noChangeAspect="1"/>
          </p:cNvPicPr>
          <p:nvPr/>
        </p:nvPicPr>
        <p:blipFill>
          <a:blip r:embed="rId4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9365"/>
            <a:ext cx="12192000" cy="48895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3595" y="313453"/>
            <a:ext cx="11021568" cy="1060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3595" y="1608488"/>
            <a:ext cx="1102156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6" name="Picture 5" descr="A close up of a logo&#10;&#10;Description generated with very high confidence"/>
          <p:cNvPicPr>
            <a:picLocks noChangeAspect="1"/>
          </p:cNvPicPr>
          <p:nvPr/>
        </p:nvPicPr>
        <p:blipFill>
          <a:blip r:embed="rId4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9"/>
            <a:ext cx="12192000" cy="254000"/>
          </a:xfrm>
          <a:prstGeom prst="rect">
            <a:avLst/>
          </a:prstGeom>
        </p:spPr>
      </p:pic>
      <p:sp>
        <p:nvSpPr>
          <p:cNvPr id="9" name="Footer Placeholder 4"/>
          <p:cNvSpPr txBox="1"/>
          <p:nvPr/>
        </p:nvSpPr>
        <p:spPr>
          <a:xfrm>
            <a:off x="9370423" y="6458963"/>
            <a:ext cx="2269532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35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© 2020 Amkor Confidential</a:t>
            </a:r>
            <a:endParaRPr lang="en-US" sz="93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5"/>
          <p:cNvSpPr txBox="1"/>
          <p:nvPr/>
        </p:nvSpPr>
        <p:spPr>
          <a:xfrm>
            <a:off x="11316559" y="6458963"/>
            <a:ext cx="653143" cy="36512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B50DEB-583C-4ABC-9220-E28A8ED62353}" type="slidenum">
              <a:rPr lang="en-US" sz="935" smtClean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‹#›</a:t>
            </a:fld>
            <a:endParaRPr lang="en-US" sz="1200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59" y="6429576"/>
            <a:ext cx="975353" cy="3605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txStyles>
    <p:titleStyle>
      <a:lvl1pPr algn="l" defTabSz="1219200" rtl="0" eaLnBrk="1" latinLnBrk="0" hangingPunct="1">
        <a:spcBef>
          <a:spcPct val="0"/>
        </a:spcBef>
        <a:buNone/>
        <a:defRPr lang="en-US" sz="4000" b="0" kern="1200" spc="0" dirty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5760" indent="-365760" algn="l" defTabSz="1219200" rtl="0" eaLnBrk="1" latinLnBrk="0" hangingPunct="1">
        <a:spcBef>
          <a:spcPts val="8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▶"/>
        <a:defRPr lang="en-US" sz="2665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60095" indent="-363855" algn="l" defTabSz="1219200" rtl="0" eaLnBrk="1" latinLnBrk="0" hangingPunct="1">
        <a:spcBef>
          <a:spcPts val="8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▷"/>
        <a:defRPr lang="en-US" sz="2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1095" indent="-363855" algn="l" defTabSz="1219200" rtl="0" eaLnBrk="1" latinLnBrk="0" hangingPunct="1">
        <a:spcBef>
          <a:spcPts val="8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⨠"/>
        <a:defRPr lang="en-US" sz="2135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36065" indent="-304800" algn="l" defTabSz="1219200" rtl="0" eaLnBrk="1" latinLnBrk="0" hangingPunct="1">
        <a:spcBef>
          <a:spcPts val="800"/>
        </a:spcBef>
        <a:spcAft>
          <a:spcPts val="0"/>
        </a:spcAft>
        <a:buClr>
          <a:schemeClr val="accent1"/>
        </a:buClr>
        <a:buSzPct val="75000"/>
        <a:buFont typeface="Segoe UI Symbol" panose="020B0502040204020203" pitchFamily="34" charset="0"/>
        <a:buChar char="–"/>
        <a:defRPr lang="en-US" sz="1865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26590" indent="-304800" algn="l" defTabSz="1219200" rtl="0" eaLnBrk="1" latinLnBrk="0" hangingPunct="1">
        <a:spcBef>
          <a:spcPts val="800"/>
        </a:spcBef>
        <a:spcAft>
          <a:spcPts val="0"/>
        </a:spcAft>
        <a:buClr>
          <a:schemeClr val="accent1"/>
        </a:buClr>
        <a:buSzPct val="100000"/>
        <a:buFont typeface="Segoe UI Symbol" panose="020B0502040204020203" pitchFamily="34" charset="0"/>
        <a:buChar char="▸"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xmlns="" id="{529662BE-24F2-45D6-BA19-440A63F69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617" y="470397"/>
            <a:ext cx="6269200" cy="565190"/>
          </a:xfrm>
        </p:spPr>
        <p:txBody>
          <a:bodyPr>
            <a:noAutofit/>
          </a:bodyPr>
          <a:lstStyle/>
          <a:p>
            <a:pPr lvl="0"/>
            <a:r>
              <a:rPr lang="zh-CN" altLang="en-US" dirty="0">
                <a:latin typeface="+mj-lt"/>
              </a:rPr>
              <a:t>基本信息</a:t>
            </a:r>
            <a:endParaRPr lang="en-US" altLang="zh-CN" dirty="0">
              <a:latin typeface="+mj-lt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xmlns="" id="{47627DA8-EAB3-2C4D-A608-262B0B190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15267"/>
              </p:ext>
            </p:extLst>
          </p:nvPr>
        </p:nvGraphicFramePr>
        <p:xfrm>
          <a:off x="533706" y="1035588"/>
          <a:ext cx="65024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221334096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19140267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323307940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4100422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x-none" sz="1600" dirty="0"/>
                        <a:t>责任人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sz="1600" dirty="0"/>
                        <a:t>工号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涉及机台</a:t>
                      </a:r>
                      <a:endParaRPr lang="x-non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数量</a:t>
                      </a:r>
                      <a:endParaRPr lang="x-non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103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沈江</a:t>
                      </a:r>
                      <a:endParaRPr lang="x-non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59930</a:t>
                      </a:r>
                      <a:endParaRPr lang="x-non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TEL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altLang="zh-CN" sz="1600" baseline="0" dirty="0" smtClean="0"/>
                        <a:t>Prober</a:t>
                      </a:r>
                      <a:endParaRPr lang="x-non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smtClean="0"/>
                        <a:t>1</a:t>
                      </a:r>
                      <a:endParaRPr lang="x-non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7576626"/>
                  </a:ext>
                </a:extLst>
              </a:tr>
            </a:tbl>
          </a:graphicData>
        </a:graphic>
      </p:graphicFrame>
      <p:sp>
        <p:nvSpPr>
          <p:cNvPr id="7" name="Text Placeholder 5">
            <a:extLst>
              <a:ext uri="{FF2B5EF4-FFF2-40B4-BE49-F238E27FC236}">
                <a16:creationId xmlns:a16="http://schemas.microsoft.com/office/drawing/2014/main" xmlns="" id="{79ADDA47-E652-EC4A-BED9-BAFBC4CC8DC8}"/>
              </a:ext>
            </a:extLst>
          </p:cNvPr>
          <p:cNvSpPr txBox="1">
            <a:spLocks/>
          </p:cNvSpPr>
          <p:nvPr/>
        </p:nvSpPr>
        <p:spPr>
          <a:xfrm>
            <a:off x="142616" y="1999905"/>
            <a:ext cx="11316215" cy="565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▶"/>
              <a:defRPr lang="en-US" sz="266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60095" indent="-363855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1095" indent="-363855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  <a:defRPr lang="en-US" sz="213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36065" indent="-30480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–"/>
              <a:defRPr lang="en-US" sz="186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926590" indent="-30480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egoe UI Symbol" panose="020B0502040204020203" pitchFamily="34" charset="0"/>
              <a:buChar char="▸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j-lt"/>
              </a:rPr>
              <a:t>事件经</a:t>
            </a:r>
            <a:r>
              <a:rPr lang="zh-CN" altLang="en-US" dirty="0" smtClean="0">
                <a:latin typeface="+mj-lt"/>
              </a:rPr>
              <a:t>过</a:t>
            </a:r>
            <a:endParaRPr lang="en-US" altLang="zh-CN" dirty="0" smtClean="0">
              <a:latin typeface="+mj-lt"/>
            </a:endParaRPr>
          </a:p>
          <a:p>
            <a:pPr marL="0" indent="0">
              <a:buNone/>
            </a:pPr>
            <a:r>
              <a:rPr lang="en-US" altLang="zh-CN" dirty="0">
                <a:latin typeface="+mj-lt"/>
              </a:rPr>
              <a:t> </a:t>
            </a:r>
            <a:r>
              <a:rPr lang="en-US" altLang="zh-CN" dirty="0" smtClean="0">
                <a:latin typeface="+mj-lt"/>
              </a:rPr>
              <a:t>    </a:t>
            </a:r>
            <a:r>
              <a:rPr lang="zh-CN" altLang="en-US" sz="1600" dirty="0">
                <a:latin typeface="+mj-lt"/>
              </a:rPr>
              <a:t>在机台</a:t>
            </a:r>
            <a:r>
              <a:rPr lang="en-US" altLang="zh-CN" sz="1600" dirty="0">
                <a:latin typeface="+mj-lt"/>
              </a:rPr>
              <a:t>buyoff</a:t>
            </a:r>
            <a:r>
              <a:rPr lang="zh-CN" altLang="en-US" sz="1600" dirty="0">
                <a:latin typeface="+mj-lt"/>
              </a:rPr>
              <a:t>期间利用其他的同类型机台的</a:t>
            </a:r>
            <a:r>
              <a:rPr lang="en-US" altLang="zh-CN" sz="1600" dirty="0">
                <a:latin typeface="+mj-lt"/>
              </a:rPr>
              <a:t>EPM</a:t>
            </a:r>
            <a:r>
              <a:rPr lang="zh-CN" altLang="en-US" sz="1600" dirty="0">
                <a:latin typeface="+mj-lt"/>
              </a:rPr>
              <a:t>信息截图作为该机</a:t>
            </a:r>
            <a:r>
              <a:rPr lang="zh-CN" altLang="en-US" sz="1600" dirty="0" smtClean="0">
                <a:latin typeface="+mj-lt"/>
              </a:rPr>
              <a:t>台</a:t>
            </a:r>
            <a:r>
              <a:rPr lang="en-US" altLang="zh-CN" sz="1600" dirty="0" smtClean="0">
                <a:latin typeface="+mj-lt"/>
              </a:rPr>
              <a:t>EPM</a:t>
            </a:r>
            <a:r>
              <a:rPr lang="zh-CN" altLang="en-US" sz="1600" dirty="0" smtClean="0">
                <a:latin typeface="+mj-lt"/>
              </a:rPr>
              <a:t>信</a:t>
            </a:r>
            <a:r>
              <a:rPr lang="zh-CN" altLang="en-US" sz="1600" dirty="0">
                <a:latin typeface="+mj-lt"/>
              </a:rPr>
              <a:t>息</a:t>
            </a:r>
            <a:r>
              <a:rPr lang="en-US" altLang="zh-CN" dirty="0">
                <a:latin typeface="+mj-lt"/>
              </a:rPr>
              <a:t>	</a:t>
            </a:r>
            <a:endParaRPr lang="zh-CN" altLang="en-US" dirty="0">
              <a:latin typeface="+mj-lt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14991973-00EF-DE41-AC3A-3431E889B261}"/>
              </a:ext>
            </a:extLst>
          </p:cNvPr>
          <p:cNvSpPr txBox="1">
            <a:spLocks/>
          </p:cNvSpPr>
          <p:nvPr/>
        </p:nvSpPr>
        <p:spPr>
          <a:xfrm>
            <a:off x="171068" y="3456761"/>
            <a:ext cx="11111122" cy="14061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▶"/>
              <a:defRPr lang="en-US" sz="266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60095" indent="-363855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1095" indent="-363855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  <a:defRPr lang="en-US" sz="213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36065" indent="-30480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–"/>
              <a:defRPr lang="en-US" sz="186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926590" indent="-30480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egoe UI Symbol" panose="020B0502040204020203" pitchFamily="34" charset="0"/>
              <a:buChar char="▸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+mj-lt"/>
              </a:rPr>
              <a:t>不当之处</a:t>
            </a:r>
            <a:endParaRPr lang="en-US" altLang="zh-CN" dirty="0">
              <a:latin typeface="+mj-lt"/>
            </a:endParaRPr>
          </a:p>
          <a:p>
            <a:pPr lvl="1">
              <a:buFont typeface="Wingdings" pitchFamily="2" charset="2"/>
              <a:buChar char="Ø"/>
            </a:pPr>
            <a:r>
              <a:rPr lang="zh-CN" altLang="en-US" sz="1600" dirty="0">
                <a:latin typeface="+mj-lt"/>
              </a:rPr>
              <a:t>工程师不</a:t>
            </a:r>
            <a:r>
              <a:rPr lang="zh-CN" altLang="en-US" sz="1600" dirty="0" smtClean="0">
                <a:latin typeface="+mj-lt"/>
              </a:rPr>
              <a:t>应使用非本机台的信息作为本机台的</a:t>
            </a:r>
            <a:r>
              <a:rPr lang="en-US" altLang="zh-CN" sz="1600" dirty="0" smtClean="0">
                <a:latin typeface="+mj-lt"/>
              </a:rPr>
              <a:t>buyoff</a:t>
            </a:r>
            <a:r>
              <a:rPr lang="zh-CN" altLang="en-US" sz="1600" dirty="0" smtClean="0">
                <a:latin typeface="+mj-lt"/>
              </a:rPr>
              <a:t>的证据信息</a:t>
            </a:r>
            <a:endParaRPr lang="en-US" altLang="zh-CN" sz="1600" dirty="0" smtClean="0">
              <a:latin typeface="+mj-lt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xmlns="" id="{4C9C3A7B-9245-8E40-8697-389D5BC73574}"/>
              </a:ext>
            </a:extLst>
          </p:cNvPr>
          <p:cNvSpPr txBox="1">
            <a:spLocks/>
          </p:cNvSpPr>
          <p:nvPr/>
        </p:nvSpPr>
        <p:spPr>
          <a:xfrm>
            <a:off x="171068" y="4862905"/>
            <a:ext cx="9734552" cy="11626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▶"/>
              <a:defRPr lang="en-US" sz="266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60095" indent="-363855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▷"/>
              <a:defRPr lang="en-US" sz="240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1095" indent="-363855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⨠"/>
              <a:defRPr lang="en-US" sz="213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536065" indent="-30480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Segoe UI Symbol" panose="020B0502040204020203" pitchFamily="34" charset="0"/>
              <a:buChar char="–"/>
              <a:defRPr lang="en-US" sz="1865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926590" indent="-304800" algn="l" defTabSz="1219200" rtl="0" eaLnBrk="1" latinLnBrk="0" hangingPunct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egoe UI Symbol" panose="020B0502040204020203" pitchFamily="34" charset="0"/>
              <a:buChar char="▸"/>
              <a:defRPr lang="en-US" sz="16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x-none" dirty="0">
                <a:latin typeface="+mj-lt"/>
              </a:rPr>
              <a:t>改善</a:t>
            </a:r>
            <a:r>
              <a:rPr lang="zh-CN" altLang="en-US" dirty="0">
                <a:latin typeface="+mj-lt"/>
              </a:rPr>
              <a:t>措施</a:t>
            </a:r>
            <a:endParaRPr lang="en-US" altLang="zh-CN" dirty="0">
              <a:latin typeface="+mj-lt"/>
            </a:endParaRPr>
          </a:p>
          <a:p>
            <a:pPr lvl="1"/>
            <a:r>
              <a:rPr lang="zh-CN" altLang="en-US" sz="1600" dirty="0" smtClean="0">
                <a:latin typeface="+mj-lt"/>
              </a:rPr>
              <a:t>要求工程师在处理机台</a:t>
            </a:r>
            <a:r>
              <a:rPr lang="en-US" altLang="zh-CN" sz="1600" dirty="0" smtClean="0">
                <a:latin typeface="+mj-lt"/>
              </a:rPr>
              <a:t>buyoff</a:t>
            </a:r>
            <a:r>
              <a:rPr lang="zh-CN" altLang="en-US" sz="1600" dirty="0" smtClean="0">
                <a:latin typeface="+mj-lt"/>
              </a:rPr>
              <a:t>时提供正确如实的信息</a:t>
            </a:r>
            <a:endParaRPr lang="en-US" altLang="zh-CN" sz="1600" dirty="0" smtClean="0">
              <a:latin typeface="+mj-lt"/>
            </a:endParaRPr>
          </a:p>
          <a:p>
            <a:pPr lvl="1"/>
            <a:r>
              <a:rPr lang="zh-CN" altLang="en-US" sz="1600" dirty="0">
                <a:latin typeface="+mj-lt"/>
              </a:rPr>
              <a:t>要</a:t>
            </a:r>
            <a:r>
              <a:rPr lang="zh-CN" altLang="en-US" sz="1600" dirty="0" smtClean="0">
                <a:latin typeface="+mj-lt"/>
              </a:rPr>
              <a:t>求工程师严格按照相关规范执行工程或生产活动，不得跳过既定的步骤</a:t>
            </a:r>
            <a:endParaRPr lang="en-US" altLang="zh-C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7481720"/>
      </p:ext>
    </p:extLst>
  </p:cSld>
  <p:clrMapOvr>
    <a:masterClrMapping/>
  </p:clrMapOvr>
</p:sld>
</file>

<file path=ppt/theme/theme1.xml><?xml version="1.0" encoding="utf-8"?>
<a:theme xmlns:a="http://schemas.openxmlformats.org/drawingml/2006/main" name="2020-v0106_Internal-AmkorCorpTemplate">
  <a:themeElements>
    <a:clrScheme name="Amkor Brand Colors 2020">
      <a:dk1>
        <a:srgbClr val="464D5A"/>
      </a:dk1>
      <a:lt1>
        <a:sysClr val="window" lastClr="FFFFFF"/>
      </a:lt1>
      <a:dk2>
        <a:srgbClr val="000000"/>
      </a:dk2>
      <a:lt2>
        <a:srgbClr val="EBEBEB"/>
      </a:lt2>
      <a:accent1>
        <a:srgbClr val="0F4B8F"/>
      </a:accent1>
      <a:accent2>
        <a:srgbClr val="02829F"/>
      </a:accent2>
      <a:accent3>
        <a:srgbClr val="7F174B"/>
      </a:accent3>
      <a:accent4>
        <a:srgbClr val="449B8C"/>
      </a:accent4>
      <a:accent5>
        <a:srgbClr val="D98D28"/>
      </a:accent5>
      <a:accent6>
        <a:srgbClr val="4A3E6E"/>
      </a:accent6>
      <a:hlink>
        <a:srgbClr val="D98D28"/>
      </a:hlink>
      <a:folHlink>
        <a:srgbClr val="464D5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normAutofit/>
      </a:bodyPr>
      <a:lstStyle>
        <a:defPPr marL="0" indent="0" algn="l">
          <a:buClr>
            <a:schemeClr val="bg1"/>
          </a:buClr>
          <a:buSzPct val="75000"/>
          <a:buFontTx/>
          <a:buNone/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287655" indent="-287655" algn="l">
          <a:buClr>
            <a:schemeClr val="accent1"/>
          </a:buClr>
          <a:buSzPct val="75000"/>
          <a:buFont typeface="Segoe UI Symbol" panose="020B0502040204020203" pitchFamily="34" charset="0"/>
          <a:buChar char="▶"/>
          <a:defRPr sz="2000" dirty="0" err="1" smtClean="0">
            <a:latin typeface="Arial" panose="020B0604020202020204" pitchFamily="34" charset="0"/>
            <a:ea typeface="Verdana" panose="020B060403050404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2020-External-Amkor-Corporate-Template</Template>
  <TotalTime>919</TotalTime>
  <Words>140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Open Sans Light</vt:lpstr>
      <vt:lpstr>Open Sans SemiBold</vt:lpstr>
      <vt:lpstr>黑体</vt:lpstr>
      <vt:lpstr>Arial</vt:lpstr>
      <vt:lpstr>Calibri</vt:lpstr>
      <vt:lpstr>Segoe UI Symbol</vt:lpstr>
      <vt:lpstr>Verdana</vt:lpstr>
      <vt:lpstr>Wingdings</vt:lpstr>
      <vt:lpstr>2020-v0106_Internal-AmkorCorpTemplate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Rong</dc:creator>
  <cp:lastModifiedBy>Heaton Ge</cp:lastModifiedBy>
  <cp:revision>497</cp:revision>
  <dcterms:created xsi:type="dcterms:W3CDTF">2020-01-14T05:50:00Z</dcterms:created>
  <dcterms:modified xsi:type="dcterms:W3CDTF">2020-08-19T06:55:46Z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